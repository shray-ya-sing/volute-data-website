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Test BioTech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Company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Test BioTech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1800"/>
            </a:pPr>
            <a:r>
              <a:t>A leading innovator in neural engineering and AI-driven drug discovery.</a:t>
            </a:r>
          </a:p>
          <a:p>
            <a:pPr>
              <a:spcAft>
                <a:spcPts val="1200"/>
              </a:spcAft>
              <a:defRPr sz="1600"/>
            </a:pPr>
            <a:r>
              <a:t>Founded in 2022</a:t>
            </a:r>
          </a:p>
          <a:p>
            <a:pPr>
              <a:spcAft>
                <a:spcPts val="1200"/>
              </a:spcAft>
              <a:defRPr sz="1600"/>
            </a:pPr>
            <a:r>
              <a:t>Raised $50M in Series A</a:t>
            </a:r>
          </a:p>
          <a:p>
            <a:pPr>
              <a:spcAft>
                <a:spcPts val="1200"/>
              </a:spcAft>
              <a:defRPr sz="1600"/>
            </a:pPr>
            <a:r>
              <a:t>Phase II clinical trials underway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