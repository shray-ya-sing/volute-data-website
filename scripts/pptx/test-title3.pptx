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731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STRICTLY CONFIDENTIAL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194560" cy="2194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4178808"/>
            <a:ext cx="8348472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37192" y="4069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50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MOELIS &amp; COMPANY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4480560"/>
            <a:ext cx="77701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to the Special Committee of the Board of Directors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19, 2016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Presentation to Special Committee</dc:title>
  <dc:subject>PptxGenJS Presentation</dc:subject>
  <dc:creator>PptxGenJS</dc:creator>
  <cp:lastModifiedBy>PptxGenJS</cp:lastModifiedBy>
  <cp:revision>1</cp:revision>
  <dcterms:created xsi:type="dcterms:W3CDTF">2026-03-25T11:08:02Z</dcterms:created>
  <dcterms:modified xsi:type="dcterms:W3CDTF">2026-03-25T11:08:02Z</dcterms:modified>
</cp:coreProperties>
</file>