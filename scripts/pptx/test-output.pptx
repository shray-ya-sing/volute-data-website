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0" y="502920"/>
            <a:ext cx="8531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CONFIDENTIAL -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36576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spc="200" kern="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CENTER</a:t>
            </a:r>
            <a:pPr algn="r" indent="0" marL="0">
              <a:buNone/>
            </a:pPr>
            <a:r>
              <a:rPr lang="en-US" sz="1500" spc="200" kern="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</a:t>
            </a:r>
            <a:pPr algn="r" indent="0" marL="0">
              <a:buNone/>
            </a:pPr>
            <a:r>
              <a:rPr lang="en-US" sz="1500" spc="200" kern="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PARTNERS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405872" y="402336"/>
            <a:ext cx="13716" cy="41148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251460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1111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Canine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371600" y="361188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Discussion Materials for the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4041648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 Committee of the Board of Directors of Collie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4754880"/>
            <a:ext cx="9445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June 20, 2013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0" y="6748272"/>
            <a:ext cx="12188952" cy="5486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Canine</dc:title>
  <dc:subject>PptxGenJS Presentation</dc:subject>
  <dc:creator>PptxGenJS</dc:creator>
  <cp:lastModifiedBy>PptxGenJS</cp:lastModifiedBy>
  <cp:revision>1</cp:revision>
  <dcterms:created xsi:type="dcterms:W3CDTF">2026-03-25T10:55:44Z</dcterms:created>
  <dcterms:modified xsi:type="dcterms:W3CDTF">2026-03-25T10:55:44Z</dcterms:modified>
</cp:coreProperties>
</file>