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bc6acf0dba148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</p:sldIdLst>
  <p:sldSz cx="9144000" cy="51435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theme" Target="/ppt/slideLayouts/slideMasters/theme/theme1.xml" Id="rId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/>
          <p:cNvSpPr>
            <a:spLocks xmlns:a="http://schemas.openxmlformats.org/drawingml/2006/main" noGrp="1"/>
          </p:cNvSpPr>
          <p:nvPr>
            <p:ph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clrMapOvr>
    <a:masterClrMapping xmlns:a="http://schemas.openxmlformats.org/drawingml/2006/main"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Id5" /><Relationship Type="http://schemas.openxmlformats.org/officeDocument/2006/relationships/slideLayout" Target="/ppt/slideLayouts/slideLayout1.xml" Id="rId1" /></Relationships>
</file>

<file path=ppt/slideLayouts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/>
    <p:bodyStyle/>
    <p:otherStyle/>
  </p:txStyles>
</p:sldMaster>
</file>

<file path=ppt/slideLayouts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bg>
    <p:bgPr>
      <a:noFill xmlns:a="http://schemas.openxmlformats.org/drawingml/2006/main"/>
    </p:bgPr>
  </p:bg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fidential-notic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100" dirty="1">
                <a:solidFill>
                  <a:srgbClr val="000000"/>
                </a:solidFill>
              </a:rPr>
              <a:t>STRICTLY CONFIDENTIAL</a:t>
            </a:r>
            <a:endParaRPr lang="en-US"/>
          </a:p>
        </p:txBody>
      </p:sp>
      <p:sp>
        <p:nvSpPr>
          <p:cNvPr id="5" name="moelis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40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100" dirty="1">
                <a:solidFill>
                  <a:srgbClr val="000000"/>
                </a:solidFill>
              </a:rPr>
              <a:t>MOELIS &amp; COMPANY</a:t>
            </a:r>
            <a:endParaRPr lang="en-US"/>
          </a:p>
        </p:txBody>
      </p:sp>
      <p:sp>
        <p:nvSpPr>
          <p:cNvPr id="6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4200" b="1" dirty="1">
                <a:solidFill>
                  <a:srgbClr val="000000"/>
                </a:solidFill>
              </a:rPr>
              <a:t>Presentation to the Special Committee of the Board of Directors</a:t>
            </a:r>
            <a:endParaRPr lang="en-US"/>
          </a:p>
        </p:txBody>
      </p:sp>
      <p:sp>
        <p:nvSpPr>
          <p:cNvPr id="7" name="dat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100" dirty="1">
                <a:solidFill>
                  <a:srgbClr val="000000"/>
                </a:solidFill>
              </a:rPr>
              <a:t>April 19, 2016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